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sldImg"/>
          </p:nvPr>
        </p:nvSpPr>
        <p:spPr/>
        <p:txBody>
          <a:bodyPr/>
        </p:txBody>
      </p:sp>
      <p:sp>
        <p:nvSpPr>
          <p:cNvPr id="3" name="Shape 3"/>
          <p:cNvSpPr/>
          <p:nvPr>
            <p:ph type="body"/>
          </p:nvPr>
        </p:nvSpPr>
        <p:spPr/>
        <p:txBody>
          <a:bodyPr/>
          <a:p>
            <a:r>
              <a:rPr lang="en-US"/>
              <a:t>Open with the problem: keyword search misses meaning.</a:t>
            </a:r>
          </a:p>
        </p:txBody>
      </p:sp>
      <p:sp>
        <p:nvSpPr>
          <p:cNvPr id="4" name="Shape 4"/>
          <p:cNvSpPr/>
          <p:nvPr>
            <p:ph type="sldNum"/>
          </p:nvPr>
        </p:nvSpPr>
        <p:spPr/>
        <p:txBody>
          <a:bodyPr/>
          <a:p>
            <a:r>
              <a:rPr lang="en-US"/>
              <a:t>1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sldImg"/>
          </p:nvPr>
        </p:nvSpPr>
        <p:spPr/>
        <p:txBody>
          <a:bodyPr/>
        </p:txBody>
      </p:sp>
      <p:sp>
        <p:nvSpPr>
          <p:cNvPr id="3" name="Shape 3"/>
          <p:cNvSpPr/>
          <p:nvPr>
            <p:ph type="body"/>
          </p:nvPr>
        </p:nvSpPr>
        <p:spPr/>
        <p:txBody>
          <a:bodyPr/>
          <a:p>
            <a:r>
              <a:rPr lang="en-US"/>
              <a:t>Mention that HNSW is a graph index.</a:t>
            </a:r>
          </a:p>
        </p:txBody>
      </p:sp>
      <p:sp>
        <p:nvSpPr>
          <p:cNvPr id="4" name="Shape 4"/>
          <p:cNvSpPr/>
          <p:nvPr>
            <p:ph type="sldNum"/>
          </p:nvPr>
        </p:nvSpPr>
        <p:spPr/>
        <p:txBody>
          <a:bodyPr/>
          <a:p>
            <a:r>
              <a:rPr lang="en-US"/>
              <a:t>1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sldImg"/>
          </p:nvPr>
        </p:nvSpPr>
        <p:spPr/>
        <p:txBody>
          <a:bodyPr/>
        </p:txBody>
      </p:sp>
      <p:sp>
        <p:nvSpPr>
          <p:cNvPr id="3" name="Shape 3"/>
          <p:cNvSpPr/>
          <p:nvPr>
            <p:ph type="body"/>
          </p:nvPr>
        </p:nvSpPr>
        <p:spPr/>
        <p:txBody>
          <a:bodyPr/>
          <a:p>
            <a:r>
              <a:rPr lang="en-US"/>
              <a:t>Close with the call to action.</a:t>
            </a:r>
          </a:p>
        </p:txBody>
      </p:sp>
      <p:sp>
        <p:nvSpPr>
          <p:cNvPr id="4" name="Shape 4"/>
          <p:cNvSpPr/>
          <p:nvPr>
            <p:ph type="sldNum"/>
          </p:nvPr>
        </p:nvSpPr>
        <p:spPr/>
        <p:txBody>
          <a:bodyPr/>
          <a:p>
            <a:r>
              <a:rPr lang="en-US"/>
              <a:t>1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ctrTitle"/>
          </p:nvPr>
        </p:nvSpPr>
        <p:spPr/>
        <p:txBody>
          <a:bodyPr/>
          <a:p>
            <a:r>
              <a:rPr lang="en-US"/>
              <a:t>Vector Databases</a:t>
            </a:r>
          </a:p>
        </p:txBody>
      </p:sp>
      <p:sp>
        <p:nvSpPr>
          <p:cNvPr id="3" name="Shape 3"/>
          <p:cNvSpPr/>
          <p:nvPr>
            <p:ph type="subTitle"/>
          </p:nvPr>
        </p:nvSpPr>
        <p:spPr/>
        <p:txBody>
          <a:bodyPr/>
          <a:p>
            <a:r>
              <a:rPr lang="en-US"/>
              <a:t>A 30-second explainer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/>
        <p:txBody>
          <a:bodyPr/>
          <a:p>
            <a:r>
              <a:rPr lang="en-US"/>
              <a:t>How it works</a:t>
            </a:r>
          </a:p>
        </p:txBody>
      </p:sp>
      <p:sp>
        <p:nvSpPr>
          <p:cNvPr id="3" name="Shape 3"/>
          <p:cNvSpPr/>
          <p:nvPr>
            <p:ph/>
          </p:nvPr>
        </p:nvSpPr>
        <p:spPr/>
        <p:txBody>
          <a:bodyPr/>
          <a:p>
            <a:r>
              <a:rPr lang="en-US"/>
              <a:t>Embed the data</a:t>
            </a:r>
          </a:p>
          <a:p>
            <a:r>
              <a:rPr lang="en-US"/>
              <a:t>Index with HNSW</a:t>
            </a:r>
          </a:p>
          <a:p>
            <a:r>
              <a:rPr lang="en-US"/>
              <a:t>Query by similarity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/>
        <p:txBody>
          <a:bodyPr/>
          <a:p>
            <a:r>
              <a:rPr lang="en-US"/>
              <a:t>Results</a:t>
            </a:r>
          </a:p>
        </p:txBody>
      </p:sp>
      <p:sp>
        <p:nvSpPr>
          <p:cNvPr id="3" name="Shape 3"/>
          <p:cNvSpPr/>
          <p:nvPr/>
        </p:nvSpPr>
        <p:spPr/>
        <p:txBody>
          <a:bodyPr/>
          <a:p>
            <a:r>
              <a:rPr lang="en-US"/>
              <a:t>Latency fell 42%</a:t>
            </a:r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>
  <dc:title>Vector DB Deck</dc:title>
</cp:coreProperties>
</file>